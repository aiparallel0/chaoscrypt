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Chaos-based image ciphers are published at a high rate; most follow a permutation–diffusion template (confusion + a chaotic keystream).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Recurring lesson: when the keystream depends only on the key (not the image), the whole cipher is a fixed map — an equivalent key decrypts everything from a few chosen plaintexts.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Second, methodological problem: schemes are validated with statistics (entropy, correlation, NPCR/UACI) and near-ideal values are treated as security.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None of those scores measures chosen-plaintext resistance.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Lorenz + logistic keystreams drive a per-pixel multiplicative substitution (×K).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Then two Fisher–Yates block shuffles (16 rows, 16 columns).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Every key element derives from the secret key — nothing depends on the image X.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Called “asymmetric,” but the same keys encrypt and decrypt: it is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a fixed monomial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Index the image as a length-n vector, n = M·N. Each step is linear over Z_256 and fixed by the key.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Substitution multiplies pixel p by a fixed odd unit K[p]; the two shuffles compose into one permutation P.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Therefore  C[j] = K[s(j)] · X[s(j)]  (mod 256),  with s = P^-1 — a fixed monomial map.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No additive constant (E(0)=0); and no diffusion: each C[j] depends on exactly one input pixel.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(a) Multiplier — one query: encrypt the all-ones image -&gt; C[j] = K[s(j)] (the multiplier at every output position).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(b) Permutation — ceil(log_256 n) queries: index-digit images; divide by the known K -&gt; recover the source map 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Equivalent key (s, K)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Cost: 1 + ceil(log_256 MN) chosen plaintexts = 4 for a 512×512 image — independent of the advertised key length.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Order-optimal vs. the Li–Lo permutation-only bound; extra rounds/maps leave the map's form unchanged.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cipher histogram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Adjacent-pixel density: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Cipher entropy 7.23 -&gt; 7.99 (near-ideal 8); adjacent-pixel correlation ~ -0.007 (near zero); flat histogram.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By the usual yardsticks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differential metric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LLEO reports NPCR ~ 99.6% as differential-attack resistance.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No diffusion -&gt; a one-pixel change alters exactly one ciphertext pixel: true NPCR = 100/MN ~ 0.0004%.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The 99.6% is merely the gap between unrelated images (here 99.88%) — any near-uniform cipher attains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chaotic keystreams are themselves non-uniform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chi-square test rejects uniformity for the logistic (chi^2 ~ 5.3×10^5) and Lorenz keystreams.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secure stream cipher would match the flat uniform 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Byte-value densities: logistic and Lorenz vs. a uniform reference.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two persistent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Good statistics are not security: flat histogram, ideal entropy, near-zero correlation, and a large inter-image NPCR all hold for our fixed, key-only map — broken in 4 queries.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Naming is not architecture: labelling a symmetric construction “asymmetric” adds no security.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 single deciding question: does any key material depend on the image?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Remedies (standard): (i) make the keystream plaintext-dependent (e.g., seed the chaos from SHA-256 of the image); (ii) add genuine diffusion (a chaining rule).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Positive control: the identical attack recovers 100% of pixels against the key-only cipher, but only 0.25% (chance) once the keystream is SHA-256-seeded.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Statistical scores should accompany — not replace — an explicit chosen-plaintext argument. Responsible disclosure to the authors before camera-ready.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the attack is not specific to LLEO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 canonical CBC-like XOR diffusion chain (different algebra) is affine over GF(2); recovered exactly in 3 chosen plaintexts at 128×128.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Cost scales logarithmically: 3 chosen plaintexts at 128^2/256^2, 4 at 512^2/1024^2, each under 0.3 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The same procedure fails against a plaintext-hash-seeded version — confirming that what matters is the keystream's dependence on the image, not the algebra or round count.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