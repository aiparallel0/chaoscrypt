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Good statistics are not security: a 2025 cipher broken in 4 chosen plaintexts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keystream,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transformation,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statistics: entropy (a randomness score), neighbouring-pixel correlation, NPCR/UACI.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Why this matters operationally: image ciphers protect real data: medical scans, sealed evidence, access-controlled documents. A break is not a per-image slip but a standing ability to decrypt every future ciphertext of that size, so security must rest on an attack model, not a statistics table.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scheme: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random: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alone,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number,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Four images recover the full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multiplier,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reordering,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key.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image,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description,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150" y="1463040"/>
            <a:ext cx="521081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0.037 s at 512x512 (single core),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strong,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pixel,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contribution: a reusable structural audit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package the attack as a black-box test: given only the ability to encrypt chosen images, it decides whether a cipher is one fixed plaintext-independent map and, if so, recovers an equivalent key, knowing nothing about the scheme inside, and CERTIFYING each verdict by predicting fresh ciphertext exactly (a check we prove sound).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8 structural archetypes it breaks all 5 fully key-only ones at R = 1 in &lt;= 5 chosen plaintexts (chaos, permutation, additive, affine, even a modern AES-CTR key stream); 2 image-/nonce-bound schemes correctly resist; a 6th, with non-invertible multipliers, degrades GRACEFULLY (R = 0.52, PARTIAL), the deliberate boundary.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chaos was never the point: a reused, image-independent keystream is. This is a reusable audit, not a one-paper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Recoverability R per scheme on an archetype corpus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Run on four real published 2023–2025 ciphers</a:t>
            </a:r>
          </a:p>
        </p:txBody>
      </p:sp>
      <p:pic>
        <p:nvPicPr>
          <p:cNvPr id="3" name="Picture 2" descr="p1_published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82" y="1463040"/>
            <a:ext cx="509583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reconstructed four real, open-access chaos image ciphers from their equations and ran the audit. Each reproduces the originals' near-ideal entropy (~7.99) and inter-image NPCR (~99.6%), so the rebuilds behave like the published ciphers where it counts.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Seeding decides the verdict. LSCM-CA (Sun et al. 2025) is key-only -&gt; BROKEN (R = 1.0, 12 chosen plaintexts), but only after a GF(2)-affine 'bitlinear' extension to peel its per-pixel cellular-automata layer, which the plain affine/XOR model misses. The other three bind the keystream to the plaintext (SHA-256 / block sum) -&gt; correctly RESIST.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Honest limits: two 'resists' are thin (one injects only a 256-way scalar; one collapses if a 64-pixel seed block is fixed), and the two cheap signals cannot tell genuine binding from a near-miss. We mark this, not hide it. Reconstructions are paper-only; LLEO is the one fully-validated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audit in its two signals (avalanche vs. recoverability) on real schemes rebuilt from their papers.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flat histogram, ideal entropy, near-zero correlation, and a large inter-image NPCR all hold for our fixed, key-only map,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break is sound by construction: LLEO forces its multipliers odd (always invertible), and the equivalent key predicts fresh ciphertexts exactly,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(The scheme's 'asymmetric' label is also a misnomer, same keys encrypt and decrypt, but that is cosmetic.)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More than one break: the audit flags every fully key-only scheme in an 8-archetype corpus and, on four real published 2023-2025 ciphers, breaks the one key-only design (LSCM-CA) and clears three plaintext-bound ones, one break needing a GF(2)-affine extension.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support, not replace, an explicit chosen-plaintext argument. Authors of both broken schemes (LLEO and LSCM-CA) emailed at submission; no response yet (responsible disclosure).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Fidelity: matching entropy/correlation proves nothing.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LLEO chaos-based image-encryption scheme,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