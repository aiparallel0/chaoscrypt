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132" y="1463040"/>
            <a:ext cx="530285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 --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 --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 --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 --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 --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 --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of both broken schemes (LLEO and LSCM-CA) emailed at submission; no response yet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