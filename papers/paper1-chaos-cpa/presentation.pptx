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Equivalent-key chosen-plaintext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132" y="1463040"/>
            <a:ext cx="5302854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two persistent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Good statistics are not security: flat histogram, ideal entropy, near-zero correlation, and a large inter-image NPCR all hold for our fixed, key-only map —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Naming is not architecture: labelling a symmetric construction “asymmetric” adds no security.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question: does any key material depend on the image?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— e.g., seed the chaos from a SHA-256 hash (a fixed-size fingerprint of the image); (ii) add real diffusion, e.g., a chaining rule so each output pixel also depends on the previous one.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Sanity check: the identical attack recovers 100% of pixels against the original key-only cipher, but only 0.25% (no better than guessing) once the keystream is seeded from the image's hash.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— not replace — an explicit chosen-plaintext security argument. The authors will be notified before camera-ready (responsible disclosure).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the attack is not specific to LLEO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second, very different cipher family (an XOR-and-chain design, like CBC) also reduces to one simple fixed equation; we recover it exactly in 3 chosen plaintexts at 128×128.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Cost grows only logarithmically — i.e. barely — with image size: 3 chosen plaintexts at 128^2/256^2, 4 at 512^2/1024^2, each under 0.3 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same procedure fails once the keystream is tied to a hash of the image — confirming that what matters is image-dependence, not the algebra or the number of rounds.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