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Good statistics are not security: a 2025 cipher broken in 4 chosen plaintexts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Four images recover the full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0.037 s at 512x512 (single core)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