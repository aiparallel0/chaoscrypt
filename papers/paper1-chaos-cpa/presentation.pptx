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An Equivalent-Key Chosen-Plaintext Break of a 2025 Chaos-Based Image Cipher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Good statistics are not security: a 2025 cipher broken in 4 chosen plaintexts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chaos image ciphers keep breaking the same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Chaos-based image ciphers scramble a picture using chaotic (random-looking) math. Most follow a permutation–diffusion design: first shuffle the pixels around (confusion), then mask their values with a keystream — a long random-looking sequence the cipher mixes in (diffusion).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Recurring lesson: if that keystream depends only on the secret key (never on the image), the whole cipher is one fixed transformation — so an equivalent key (a stand-in that decrypts any image without being the real key) can be recovered from a few chosen plaintexts (images the attacker picks and has the cipher encrypt).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Second problem (method): schemes are judged by statistics — entropy (a randomness score), neighbouring-pixel correlation, NPCR/UACI — and near-ideal values are treated as proof of security.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But none of those scores tests resistance to a chosen-plaintext attack.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We apply both lessons to a 2025 scheme — “LLEO” (Jain et al., Optik,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target: LLEO (Jain et al., Optik 2025)</a:t>
            </a:r>
          </a:p>
        </p:txBody>
      </p:sp>
      <p:pic>
        <p:nvPicPr>
          <p:cNvPr id="3" name="Picture 2" descr="p1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59061"/>
            <a:ext cx="7845552" cy="24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Two chaotic maps (simple formulas whose output looks random — Lorenz and logistic) make the keystream that masks each pixel (multiply by K).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Then two Fisher–Yates shuffles (a standard way to randomly reorder a list) rearrange 16 row-blocks, then 16 column-blocks.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Every key element comes from the secret key alone — nothing depends on the image X.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Called “asymmetric,” but the same keys both encrypt and decrypt: it is really symmetric.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LLEO encryption (top) and the equivalent-key attack (bottom).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Key insight: LLEO is one fixed “multiply-and-reorder”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Write the image as a list of n = M×N pixels. Every step is just multiply-and-reorder using arithmetic that wraps around at 256 (like hours on a clock), and is fixed once the key is set.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Masking multiplies pixel p by a fixed odd number K[p] (odd, so it can always be divided back out); the two shuffles combine into one fixed reordering of positions.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 C[j] = K[s(j)] · X[s(j)]  (mod 256): each output pixel is exactly one input pixel times a fixed number — a “monomial” map.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Two gifts to the attacker: no added constant, and no diffusion (each output pixel depends on only one input pixel).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Four images recover the full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(a) The multiplier — 1 query: encrypt an all-ones image; the output directly reveals K at every position.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(b) The reordering — a few queries: encrypt images whose pixels carry their own position number, then divide out the known K to read off where each pixel came from (the map 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pair (s, K) is the equivalent key — it inverts any ciphertext:  X[s(j)] = K[s(j)]^-1 · C[j].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Total cost: 1 + ceil(log_256 MN) chosen plaintexts = just 4 for a 512×512 image — no matter how long the advertised key is.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This matches the known best-possible bound for shuffle-only ciphers; adding more rounds or maps doesn't change the form, so the same attack still works.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Reconstructed LLEO from its published description — reimplemented from scratch, no code reused.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Four standard 512×512 grayscale images (Cameraman, Moon, Gravel, Brick); one fixed secret key.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Verified the reconstruction reproduces LLEO's reported statistics before attacking.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timings single-core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Result: every image recovered pixel-exactly, without the key</a:t>
            </a:r>
          </a:p>
        </p:txBody>
      </p:sp>
      <p:pic>
        <p:nvPicPr>
          <p:cNvPr id="3" name="Picture 2" descr="p1_brea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150" y="1463040"/>
            <a:ext cx="5210819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799" y="1600200"/>
            <a:ext cx="3474721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Only 4 chosen plaintexts per image.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Recovery is bit-identical to the original.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Decryption in a fraction of a second — no key 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8321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Original -&gt; LLEO ciphertext -&gt; key-free recovery (bit-identical), four images.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Good statistics are not security</a:t>
            </a:r>
          </a:p>
        </p:txBody>
      </p:sp>
      <p:pic>
        <p:nvPicPr>
          <p:cNvPr id="3" name="Picture 2" descr="p1_ciph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87" y="1463040"/>
            <a:ext cx="4348666" cy="2788920"/>
          </a:xfrm>
          <a:prstGeom prst="rect">
            <a:avLst/>
          </a:prstGeom>
        </p:spPr>
      </p:pic>
      <p:pic>
        <p:nvPicPr>
          <p:cNvPr id="4" name="Picture 3" descr="p1_cor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7879"/>
            <a:ext cx="5577840" cy="2779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Flat histogram of cipher pixel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Neighbouring-pixel pattern: structure -&gt; uniform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11556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Entropy (a randomness score, maximum 8) rises 7.23 -&gt; 7.99; neighbouring pixels go from very alike to almost unrelated (correlation ~ 0); the spread of pixel values is flat.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By every usual yardstick LLEO looks strong — yet it is broken in 4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“differential” score (NPCR) is illusory</a:t>
            </a:r>
          </a:p>
        </p:txBody>
      </p:sp>
      <p:pic>
        <p:nvPicPr>
          <p:cNvPr id="3" name="Picture 2" descr="p1_diffus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73641"/>
            <a:ext cx="7132320" cy="362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NPCR = the percent of pixels that change when you flip a single input pixel. A good cipher should change almost all of them (~99.6%), and LLEO reports ~99.6%.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But with no diffusion, flipping one input pixel changes exactly one output pixel — so the true value is 100/MN ~ 0.0004%, five orders of magnitude smaller.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99.6% is really just the difference between two unrelated images (here 99.88%), which any near-uniform cipher reaches and which says nothing about security.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Difference image |C_0-C_1|: dark = unchanged, bright = changed (one fixed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Even the chaotic keystreams are not evenly random</a:t>
            </a:r>
          </a:p>
        </p:txBody>
      </p:sp>
      <p:pic>
        <p:nvPicPr>
          <p:cNvPr id="3" name="Picture 2" descr="p1_keystream_rid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6" y="1463040"/>
            <a:ext cx="61695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chi-square test (a standard check for whether values are evenly spread) strongly rejects “evenly random” for both chaotic streams (logistic chi^2 ~ 5.3×10^5).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secure keystream would be flat, like the uniform reference row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often each byte value appears: logistic and Lorenz vs. a truly uniform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contribution: a reusable structural audit</a:t>
            </a:r>
          </a:p>
        </p:txBody>
      </p:sp>
      <p:pic>
        <p:nvPicPr>
          <p:cNvPr id="3" name="Picture 2" descr="p1_oracle_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685" y="1463040"/>
            <a:ext cx="5271030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package the attack as a black-box test: given only the ability to encrypt chosen images, it decides whether a cipher is one fixed plaintext-independent map and, if so, recovers an equivalent key -- knowing nothing about the scheme inside, and CERTIFYING each verdict by predicting fresh ciphertext exactly (a check we prove sound).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 8 structural archetypes it breaks all 5 fully key-only ones at R = 1 in &lt;= 5 chosen plaintexts (chaos, permutation, additive, affine, even a modern AES-CTR key stream); 2 image-/nonce-bound schemes correctly resist; a 6th, with non-invertible multipliers, degrades GRACEFULLY (R = 0.52, PARTIAL) -- the deliberate boundary.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chaos was never the point -- a reused, image-independent keystream is. This is a reusable audit, not a one-paper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Recoverability R per scheme on an archetype corpus (red = broken, green = resists); chosen plaintexts at 512x512.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Run on four real published 2023–2025 ciphers</a:t>
            </a:r>
          </a:p>
        </p:txBody>
      </p:sp>
      <p:pic>
        <p:nvPicPr>
          <p:cNvPr id="3" name="Picture 2" descr="p1_published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282" y="1463040"/>
            <a:ext cx="5095836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reconstructed four real, open-access chaos image ciphers from their equations and ran the audit. Each reproduces the originals' near-ideal entropy (~7.99) and inter-image NPCR (~99.6%) -- so the rebuilds behave like the published ciphers where it counts.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Seeding decides the verdict. LSCM-CA (Sun et al. 2025) is key-only -&gt; BROKEN (R = 1.0, 12 chosen plaintexts) -- but only after a GF(2)-affine 'bitlinear' extension to peel its per-pixel cellular-automata layer, which the plain affine/XOR model misses. The other three bind the keystream to the plaintext (SHA-256 / block sum) -&gt; correctly RESIST.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Honest limits: two 'resists' are thin (one injects only a 256-way scalar; one collapses if a 64-pixel seed block is fixed), and the two cheap signals cannot tell genuine binding from a near-miss -- we mark this, not hide it. Reconstructions are paper-only; LLEO is the one fully-validated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audit in its two signals (avalanche vs. recoverability) on real schemes rebuilt from their papers.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good statistics are not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 flat histogram, ideal entropy, near-zero correlation, and a large inter-image NPCR all hold for our fixed, key-only map -- yet it is broken in 4 queries.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single deciding question is binary: does any key material depend on the image? The oracle answers it automatically for any scheme.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break is sound by construction: LLEO forces its multipliers odd (always invertible), and the equivalent key predicts fresh ciphertexts exactly -- the falsifiable check that the cipher truly ignores the image.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(The scheme's 'asymmetric' label is also a misnomer -- same keys encrypt and decrypt -- but that is cosmetic.)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Conclusions, remedies, and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LLEO is completely broken by an equivalent-key chosen-plaintext attack in 4 queries and a fraction of a second, despite near-ideal statistics.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More than one break: the audit flags every fully key-only scheme in an 8-archetype corpus and, on four real published 2023-2025 ciphers, breaks the one key-only design (LSCM-CA) and clears three plaintext-bound ones -- one break needing a GF(2)-affine extension.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Remedies (standard): (i) tie the keystream to the image (seed the chaos from a SHA-256 hash of the image); (ii) add real diffusion (a chaining rule). The identical attack then recovers 100% of pixels against the key-only cipher but only 0.25% (chance) once the keystream is image-seeded.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Statistical scores should support -- not replace -- an explicit chosen-plaintext argument. Authors of both broken schemes (LLEO and LSCM-CA) emailed at submission; no response yet (responsible disclosure).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why the break is sound (invertibility &amp; fidelity)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Odd multipliers: LLEO inverts its substitution by a modular conjugate, which forces every multiplier odd (always invertible mod 256). On the reconstruction all are odd and E(0)=0 holds exactly; if even multipliers were allowed the oracle degrades gracefully (about half the positions recovered) rather than returning a wrong inverse.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Fidelity: matching entropy/correlation proves nothing -- the load-bearing check is that the recovered key predicts fresh ciphertexts exactly, which only a plaintext-independent cipher can.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Generality &amp; scale: a very different XOR-and-chain (CBC-like) cipher also falls in 3-4 chosen plaintexts; cost grows only logarithmically with image size (3-4 plaintexts up to 1024x1024).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J. Jain et al., “… image encryption …,” Optik 327:172304, 2025  (target scheme).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Li et al., “When an attacker meets a cipher-image …,” survey of chaos-cipher breaks, 2019.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G. Alvarez and S. Li, “Some basic cryptographic requirements for chaos-based cryptosystems,” 2006.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C.-Y. Li and C.-C. Lo, optimal known/chosen-plaintext bound for permutation-only ciphers, 2011.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Wu et al., NPCR and UACI randomness tests for image encryption, 2011.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Reproduction and attack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