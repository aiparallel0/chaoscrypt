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 —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Recurring lesson: if that keystream depends only on the secret key (never on the image), the whole cipher is one fixed transformation —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Second problem (method): schemes are judged by statistics — entropy (a randomness score), neighbouring-pixel correlation, NPCR/UACI — and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Two chaotic maps (simple formulas whose output looks random —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Every key element comes from the secret key alone —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 C[j] = K[s(j)] · X[s(j)]  (mod 256): each output pixel is exactly one input pixel times a fixed number —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Equivalent-key chosen-plaintext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(a) The multiplier —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(b) The reordering —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pair (s, K) is the equivalent key —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Total cost: 1 + ceil(log_256 MN) chosen plaintexts = just 4 for a 512×512 image —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132" y="1463040"/>
            <a:ext cx="530285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Decryption in a fraction of a second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By every usual yardstick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But with no diffusion, flipping one input pixel changes exactly one output pixel —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contribution: a reusable structural audit</a:t>
            </a:r>
          </a:p>
        </p:txBody>
      </p:sp>
      <p:pic>
        <p:nvPicPr>
          <p:cNvPr id="3" name="Picture 2" descr="p1_oracle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685" y="1463040"/>
            <a:ext cx="5271030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package the attack as a black-box test: given only the ability to encrypt chosen images, it decides whether a cipher is one fixed plaintext-independent map and, if so, recovers an equivalent key -- knowing nothing about the scheme inside, and CERTIFYING each verdict by predicting fresh ciphertext exactly (a check we prove sound).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8 structural archetypes it breaks all 5 fully key-only ones at R = 1 in &lt;= 5 chosen plaintexts (chaos, permutation, additive, affine, even a modern AES-CTR key stream); 2 image-/nonce-bound schemes correctly resist; a 6th, with non-invertible multipliers, degrades GRACEFULLY (R = 0.52, PARTIAL) -- the deliberate boundary.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chaos was never the point -- a reused, image-independent keystream is. This is a reusable audit, not a one-paper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Recoverability R per scheme on an archetype corpus (red = broken, green = resists); chosen plaintexts at 512x512.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Run on four real published 2023–2025 ciphers</a:t>
            </a:r>
          </a:p>
        </p:txBody>
      </p:sp>
      <p:pic>
        <p:nvPicPr>
          <p:cNvPr id="3" name="Picture 2" descr="p1_published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282" y="1463040"/>
            <a:ext cx="5095836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reconstructed four real, open-access chaos image ciphers from their equations and ran the audit. Each reproduces the originals' near-ideal entropy (~7.99) and inter-image NPCR (~99.6%) -- so the rebuilds behave like the published ciphers where it counts.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Seeding decides the verdict. LSCM-CA (Sun et al. 2025) is key-only -&gt; BROKEN (R = 1.0, 12 chosen plaintexts) -- but only after a GF(2)-affine 'bitlinear' extension to peel its per-pixel cellular-automata layer, which the plain affine/XOR model misses. The other three bind the keystream to the plaintext (SHA-256 / block sum) -&gt; correctly RESIST.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Honest limits: two 'resists' are thin (one injects only a 256-way scalar; one collapses if a 64-pixel seed block is fixed), and the two cheap signals cannot tell genuine binding from a near-miss -- we mark this, not hide it. Reconstructions are paper-only; LLEO is the one fully-validated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audit in its two signals (avalanche vs. recoverability) on real schemes rebuilt from their papers.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good statistics are not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flat histogram, ideal entropy, near-zero correlation, and a large inter-image NPCR all hold for our fixed, key-only map -- yet it is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single deciding question is binary: does any key material depend on the image? The oracle answers it automatically for any scheme.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break is sound by construction: LLEO forces its multipliers odd (always invertible), and the equivalent key predicts fresh ciphertexts exactly -- the falsifiable check that the cipher truly ignores the image.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(The scheme's 'asymmetric' label is also a misnomer -- same keys encrypt and decrypt -- but that is cosmetic.)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More than one break: the audit flags every fully key-only scheme in an 8-archetype corpus and, on four real published 2023-2025 ciphers, breaks the one key-only design (LSCM-CA) and clears three plaintext-bound ones -- one break needing a GF(2)-affine extension.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Remedies (standard): (i) tie the keystream to the image (seed the chaos from a SHA-256 hash of the image); (ii) add real diffusion (a chaining rule). The identical attack then recovers 100% of pixels against the key-only cipher but only 0.25% (chance) once the keystream is image-seeded.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Statistical scores should support -- not replace -- an explicit chosen-plaintext argument. Authors of both broken schemes (LLEO and LSCM-CA) notified at submission (responsible disclosure).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why the break is sound (invertibility &amp; fidelity)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Odd multipliers: LLEO inverts its substitution by a modular conjugate, which forces every multiplier odd (always invertible mod 256). On the reconstruction all are odd and E(0)=0 holds exactly; if even multipliers were allowed the oracle degrades gracefully (about half the positions recovered) rather than returning a wrong inverse.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Fidelity: matching entropy/correlation proves nothing -- the load-bearing check is that the recovered key predicts fresh ciphertexts exactly, which only a plaintext-independent cipher can.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Generality &amp; scale: a very different XOR-and-chain (CBC-like) cipher also falls in 3-4 chosen plaintexts; cost grows only logarithmically with image size (3-4 plaintexts up to 1024x1024).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