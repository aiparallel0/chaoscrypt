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detector that outputs a single hard label (“attack” or “normal”) gives no signal of when to trust it — and stays silent on attacks it never saw in training.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Better: let it abstain — say “I’m not sure” on low-confidence inputs and pass them to an analyst or a backup check. This is called selective prediction.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Question: do ordinary,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We propose no new detector; we test the ones people already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(“reject-option”)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 (most important first)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controlled “leave-one-family-out” (LOFO) test — hide one whole attack family during training, then test on it (the unknown-attack, or “open-set,” setting). Detection of that family collapses; letting the model abstain recovers only part; and R2L — an attack that looks like ordinary traffic — is a built-in blind spot that neither abstaining nor a novelty detector can catch.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Abstaining cuts the error among the inputs the model does answer — but only for models whose confidence actually ranks their mistakes (tree-based models, not the simple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Why: the detectors become over-confident once test traffic differs from training, and the standard confidence fix (Platt scaling) does not carry over.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Calibration — does a model’s stated confidence match how often it is actually right? We measure the gap with expected calibration error (ECE), and try the standard fix (Platt scaling), fitted only on held-out training data so no test information leaks in.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— confidence = the model’s top class probability. The risk–coverage curve plots error against the fraction of inputs it chooses to answer; the area under it (AURC) summarizes it (lower is better).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Open-set (LOFO): drop one attack family from training, retrain, and measure detection and abstaining on that unseen family.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prediction: a method that promises a chosen hit-rate, as long as new data looks like the old.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Every number is a mean over many random repeats (“seeds”) with a 95% confidence interval — the range the true value likely lies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confidence signals, and novelty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Detectors: logistic regression (a simple linear model), a random forest, and gradient boosting (both built from many decision trees) — deliberately ordinary; the subject is their confidence, not the architecture.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Confidence signals compared: the top class probability (max-softmax), how much the forest’s trees disagree, and two “distance-from-normal” scores (Mahalanobis and nearest-neighbour).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Novelty detectors — trained only on normal traffic to flag anything unusual: Isolation Forest and a one-class SVM.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NSL-KDD — a public benchmark of network connections (~126k train / 22.5k test, 41 measured features each); attacks fall into four families (DoS, Probe, R2L, U2R). Its test set deliberately includes attack types missing from training — a built-in unknown-attack test.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 — a newer dataset of network “flows” (per-connection summaries, 78 features), over three days (DDoS, PortScan, Web attacks).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CSE-CIC-IDS-2018 — a different network and year, used to test transfer on the 27 features the two datasets share by name.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Each result averages many random repeats; the official test sets are kept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detection collapses on unknown families (LOFO)</a:t>
            </a:r>
          </a:p>
        </p:txBody>
      </p:sp>
      <p:pic>
        <p:nvPicPr>
          <p:cNvPr id="3" name="Picture 2" descr="p2_opense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316" y="1463040"/>
            <a:ext cx="52097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When a family is hidden during training, detection of it drops sharply: DoS 0.86 -&gt; 0.60; Probe 0.79 -&gt; 0.43; U2R 0.18 -&gt; 0.05.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(refusing to answer) catches only part of the unknowns (DoS 0.41, Probe 0.37).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is barely caught even when seen (0.07) — it looks like normal traffic.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Share of a family caught when it is seen in training vs. held out (unknown).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detectors are over-confident under shift</a:t>
            </a:r>
          </a:p>
        </p:txBody>
      </p:sp>
      <p:pic>
        <p:nvPicPr>
          <p:cNvPr id="3" name="Picture 2" descr="p2_ec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588" y="1463040"/>
            <a:ext cx="4405063" cy="2788920"/>
          </a:xfrm>
          <a:prstGeom prst="rect">
            <a:avLst/>
          </a:prstGeom>
        </p:spPr>
      </p:pic>
      <p:pic>
        <p:nvPicPr>
          <p:cNvPr id="4" name="Picture 3" descr="p2_reliability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55" y="1463040"/>
            <a:ext cx="373876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Calibration error: training-like -&gt; shifted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Forest: stated confidence vs. real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On data like the training set the models are almost perfectly calibrated (calibration error &lt;= 0.003); on the real test set — which adds unseen attacks — it jumps to ~ 0.16–0.22.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Re-scaling confidence (Platt scaling) on the training distribution does NOT fix it — the over-confidence gap (shaded) remains.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abstaining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Tree-based models: refusing the least-confident 20% cuts error 0.20 -&gt; 0.11 (area under the curve ~ 0.05; lower is better).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linear model’s confidence barely ranks its mistakes (area ~ 0.23) — so abstaining buys little.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is only as good as the confidence signal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Error among answered cases vs. the fraction answered; ring = the 80%-answered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R2L’s records pile up right on top of the normal ones — inside the “looks-normal” region — for both independent novelty detectors.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mimics ordinary traffic, so neither abstaining nor a normal-only novelty check can cleanly flag it; DoS, Probe, and U2R clearly stand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how unusual each record looks to two “normal-only” detectors; (b) the same, per family.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normal-only novelty stage partly closes the gap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Trained only on normal traffic, Isolation Forest / one-class SVM separate DoS, Probe, U2R well (score ~ 0.90–0.99).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stays hardest (~ 0.73–0.82) — it overlaps normal traffic the most.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and novelty detection catch different failures, so use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well each attack family separates from normal traffic (1 = perfect, 0.5 = chance).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the need for calibration depends on the task; the blind spot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On CIC-IDS-2017 the within-day task is easy and already well-calibrated (accuracy 0.9998, calibration error 0.0001) — so over-confidence is a property of the task, not a built-in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Train one day, test another (drift): Web detection 0.98 -&gt; 0.79, and abstaining now catches 0.95 of unknown Web — far more than R2L, because Web does not look like normal traffic.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Across datasets (2017 -&gt; 2018, 27 shared features): accuracy 0.96 -&gt; 0.67, calibration error 0.26; Infiltration — which again mimics normal traffic — is once more the blind spot (caught 0.14).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confidence signal? Can we promise a hit-rate?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Comparing the signals fairly (same data, paired): the cheap top-probability is statistically tied with the fancier ones; the distance score is slightly better at ranking errors but worse at spotting unknown attacks.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on this kind of tabular traffic data, plain confidence is a strong default — the value is in the abstain framework, not the exact signal.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prediction’s promised 90% hit-rate holds on training-like data (0.93) but falls to 0.61 once the traffic shifts — the guarantee breaks exactly when deployment changes.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 practical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Pick a model whose confidence is informative (good at ranking its own errors — a tree-based model, not the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Choose how much to answer from the risk–coverage curve; send the refused cases to a human or a backup check.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Watch the abstain rate as a cheap, label-free warning that the traffic is drifting.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Add a normal-only novelty check for the look-like-normal attacks abstaining cannot catch.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Letting a detector abstain is a cheap, model-independent safety layer for ML intrusion detection, with clearly measured limits.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It helps a lot when unknown attacks look different from normal traffic, and little when they mimic it.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On an easy modern dataset calibration is already fine, so the need for it depends on the task — but the look-like-normal blind spot does not.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Future: a full time-ordered evaluation, the label-corrected CIC-2017, and a shared NetFlow feature format for transfer across networks.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