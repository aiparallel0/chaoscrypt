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Knowing When to Abstain: Calibration and Selective Prediction for ML Network Intrusion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detectors that fail silently</a:t>
            </a:r>
          </a:p>
        </p:txBody>
      </p:sp>
      <p:pic>
        <p:nvPicPr>
          <p:cNvPr id="3" name="Picture 2" descr="p2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371760"/>
            <a:ext cx="7370064" cy="22333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35824" y="1600200"/>
            <a:ext cx="44256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A detector that emits one hard label gives no signal of when to trust it — and fails silently on attacks absent from training.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A reject option — abstain on low-confidence inputs, defer to an analyst or a novelty stage — would be more useful.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Question: do off-the-shelf detectors know when they are wrong?</a:t>
            </a:r>
          </a:p>
          <a:p>
            <a:pPr lvl="1" algn="l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We propose no new detector; we evaluate existing 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37006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selective-prediction (reject-option) wrapper we evaluate.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Contributions (finding-first)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 controlled leave-one-family-out (LOFO) open-set protocol: detection collapses on held-out families; a confidence reject option covers only part; benign-mimicking R2L is a structural blind spot — missed by abstention and a benign-only novelty stage alike.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Selective prediction cuts selective risk substantially — but only for models whose confidence ranks their errors (tree ensembles, not the linear model); conformal coverage erodes under shift.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Mechanism: the three standard detectors are over-confident under distribution shift, and source-fit Platt scaling does not transfer.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Calibration: expected calibration error (15 bins), reliability diagrams, Platt scaling — fit on held-out TRAIN only (no test leakage, per Arp et al. 2022).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Selective prediction: confidence = max class probability; risk–coverage curve, area under it (AURC), and risk at 80% coverage.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Open-set (LOFO): remove one attack family from training, retrain, measure detection and abstention on that family.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Conformal: split conformal prediction for distribution-free coverage under exchangeability.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Multi-seed (K = 15/10/8): means with 95% CIs; paired per-seed differences for equivalence claims.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Models, signals, and uncertainty estimators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Detectors: logistic regression, random forest, histogram gradient boosting (scikit-learn) — deliberately standard; the subject is their confidence, not their architecture.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Abstention signals compared: max-softmax (MSP), random-forest disagreement, Mahalanobis distance, k-NN distance.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Benign-only novelty detectors: Isolation Forest, one-class SVM (trained on benign records only).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Post-hoc calibration: Platt (sigmoid) scaling.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setup: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NSL-KDD: ~126k train / 22.5k test records, 41 features; families DoS, Probe, R2L, U2R. The published test split deliberately contains attack types absent from training (a built-in open-set test).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CIC-IDS-2017: a modern flow corpus (78 CICFlowMeter features), three days (DDoS, PortScan, Web).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CSE-CIC-IDS-2018: cross-corpus transfer on the 27 features whose names match exactly across the two releases.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Canonical test partitions held fixed; resample the fit/calibration split and model seed across K seeds.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1: detection collapses on unknown families (LOFO)</a:t>
            </a:r>
          </a:p>
        </p:txBody>
      </p:sp>
      <p:pic>
        <p:nvPicPr>
          <p:cNvPr id="3" name="Picture 2" descr="p2_openset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316" y="1463040"/>
            <a:ext cx="52097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DoS 0.86 → 0.60; Probe 0.79 → 0.43; U2R 0.18 → 0.05 when held out.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Abstention rejects only part of the unknowns (DoS 0.41, Probe 0.37).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R2L is low even when seen (0.07) — it mimics benign traffic.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Detection rate when a family is seen in training vs. held out (unknown).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2: detectors are over-confident under shift</a:t>
            </a:r>
          </a:p>
        </p:txBody>
      </p:sp>
      <p:pic>
        <p:nvPicPr>
          <p:cNvPr id="3" name="Picture 2" descr="p2_ece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588" y="1463040"/>
            <a:ext cx="4405063" cy="2788920"/>
          </a:xfrm>
          <a:prstGeom prst="rect">
            <a:avLst/>
          </a:prstGeom>
        </p:spPr>
      </p:pic>
      <p:pic>
        <p:nvPicPr>
          <p:cNvPr id="4" name="Picture 3" descr="p2_reliability_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455" y="1463040"/>
            <a:ext cx="3738769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ECE: in-distribution → shifted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RF reliability (raw vs. Platt-scaled)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In-distribution the same models are nearly perfectly calibrated (ECE ≲ 0.003); on the shifted test set ECE inflates to ≈ 0.16–0.22.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Platt scaling fit on source data does NOT transfer — the over-confidence wedge remains.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3: abstention helps — if confidence ranks errors</a:t>
            </a:r>
          </a:p>
        </p:txBody>
      </p:sp>
      <p:pic>
        <p:nvPicPr>
          <p:cNvPr id="3" name="Picture 2" descr="p2_risk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931" y="1463040"/>
            <a:ext cx="542453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Tree ensembles: selective risk 0.20 → 0.11 at 80% coverage (AURC ≈ 0.05).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Logistic regression's confidence barely ranks its errors (AURC ≈ 0.23) — abstention buys little.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Selective prediction is only as good as the underlying confidence signal.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Risk–coverage on NSL-KDD; ring marks the 80%-coverage operating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4: why R2L is the blind spot</a:t>
            </a:r>
          </a:p>
        </p:txBody>
      </p:sp>
      <p:pic>
        <p:nvPicPr>
          <p:cNvPr id="3" name="Picture 2" descr="p2_benign_mani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4885"/>
            <a:ext cx="7845552" cy="36871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R2L's distribution sits on top of benign's — inside the benign envelope — for two independent benign-only detectors.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It mimics normal traffic, so neither abstention nor a benign-only novelty detector can cleanly flag it; DoS/Probe/U2R separate.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(a) joint (IF, OCSVM) novelty space; (b) per-family anomaly ridgeline.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5: a benign-only novelty stage partially closes it</a:t>
            </a:r>
          </a:p>
        </p:txBody>
      </p:sp>
      <p:pic>
        <p:nvPicPr>
          <p:cNvPr id="3" name="Picture 2" descr="p2_novelty_au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22" y="1463040"/>
            <a:ext cx="5815555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Isolation Forest / one-class SVM separate DoS, Probe, U2R well (AUROC ≈ 0.90–0.99).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R2L stays hardest (≈ 0.73–0.82) — its support most overlaps benign.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Abstention and novelty catch different failure modes; combine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Novelty AUROC vs. benign, per family, both detectors.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6: calibration is task-dependent; the blind spot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CIC-IDS-2017 within-split is easy and well-calibrated (accuracy 0.9998, ECE 0.0001) — over-confidence is a property of the task, not an intrinsic flaw.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Cross-day drift: Web detection 0.98 → 0.79; abstention rejects 0.95 of unknown Web — far more than R2L, because Web does not mimic benign.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Cross-corpus 2017→2018 (27 shared features): accuracy 0.96 → 0.67, ECE 0.26; Infiltration (benign-mimicking) is again the blind spot (detected 0.14).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Which uncertainty signal? Can we guarantee coverage?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Paired per-seed ΔAURC: max-softmax is statistically indistinguishable from richer signals; Mahalanobis is marginally better at error-ranking but worse at unknown-attack detection.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On tabular flow data the cheap max-softmax is a strong, well-rounded default — the leverage is in the abstention framework, not the estimator.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Split conformal: empirical coverage 0.93 in-distribution but 0.61 under shift (target 0.90) — the guarantee erodes precisely when the deployment distribution moves.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an operational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Deploy a model whose confidence is informative (low validation AURC — a tree ensemble, not the linear model).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Set the operating coverage from the risk–coverage curve; route the abstained minority to a secondary control.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Monitor the abstention rate as a cheap, label-free drift signal.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Pair abstention with a benign-only novelty stage for the benign-mimicking attacks it cannot catch.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 and future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Selective prediction is a cheap, model-agnostic safety layer for ML intrusion detection, with clearly characterized limits.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Strong when unknown attacks are statistically distinguishable from benign traffic; weak when they mimic it.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On an easy modern corpus calibration is fine, so the need for it is task-dependent — the blind spot is not.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Future: full time-ordered evaluation, the label-corrected CIC-2017, and standardized NetFlow-v2 multi-network transfer.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M. Tavallaee et al., “A detailed analysis of the KDD Cup 99 / NSL-KDD data set,” 2009.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C. Guo et al., “On calibration of modern neural networks,” 2017.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Y. Geifman and R. El-Yaniv, selective prediction / risk–coverage, 2017; El-Yaniv &amp; Wiener, 2010.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D. Hendrycks and K. Gimpel, max-softmax baseline for misclassification/OOD, 2017.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D. Arp et al., “Dos and Don'ts of machine learning in computer security,” 2022.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A. Angelopoulos and S. Bates, conformal prediction, 2023.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uncertainty signals on NSL-KDD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AURC (lower is better): max-softmax 0.060, Mahalanobis 0.058, k-NN 0.068, RF disagreement 0.060.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Mahalanobis is marginally better at error-ranking but significantly worse at unknown-attack separation than max-softmax.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Split-conformal coverage: 0.93 in-distribution → 0.61 under the train–test shift (target 0.90).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All metrics: means over K seeds with 95% confidence intervals.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LOFO protocol and analysis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